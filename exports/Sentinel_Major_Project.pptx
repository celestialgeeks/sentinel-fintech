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C8FF"/>
                </a:solidFill>
              </a:defRPr>
            </a:pPr>
            <a:r>
              <a:t>AI-Powered Real-Time Transaction Screening &amp; Fraud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C"/>
                </a:solidFill>
              </a:defRPr>
            </a:pPr>
            <a:r>
              <a:t>B.Tech Major Project-I | CSE-AIML | IPS Academy, Indore (RGPV University)</a:t>
            </a:r>
            <a:br/>
            <a:r>
              <a:t>Academic Year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Problem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Batch CSV uploads took hours to days for screening results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Fraud happened before systems could react — no real-time detection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Global AML fines exceeded $12 billion in 2024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311% surge in synthetic identity fraud (2024-25)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Existing solutions: closed-source (Sardine, Feedzai) or limited (Sanctions.io)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India's UPI: 15B+ monthly transactions need robust fraud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Our Solution: Real-Time Payment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Customers connect CRM (Stripe, Plaid) once — every payment auto-screened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AI agent follows money trails through graph database in real-time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4-phase pipeline: Ingest → Trail → Screen → Verify → Decide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Decision in &lt;500ms: APPROVE / REVIEW / BLOCK with confidence score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Explainable AI — every decision comes with full evidence trail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Open-source — no vendor lock-in, self-hostable, customizable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  <a:latin typeface="Courier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CUSTOMER CRM LAYER                                │</a:t>
            </a:r>
            <a:br/>
            <a:r>
              <a:t>│         (Stripe · Plaid · Custom CRM) — payments originate here      │</a:t>
            </a:r>
            <a:br/>
            <a:r>
              <a:t>└──────────────────────────────┬──────────────────────────────────────┘</a:t>
            </a:r>
            <a:br/>
            <a:r>
              <a:t>                               │ Webhook (HTTPS POST)</a:t>
            </a:r>
            <a:br/>
            <a:r>
              <a:t>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SENTINEL GATEWAY                                 │</a:t>
            </a:r>
            <a:br/>
            <a:r>
              <a:t>│                                                                      │</a:t>
            </a:r>
            <a:br/>
            <a:r>
              <a:t>│  Webhook Ingest → Kafka → Money Trail (Neo4j) → Screening → Verify  │</a:t>
            </a:r>
            <a:br/>
            <a:r>
              <a:t>│      │                    │              │           │         │     │</a:t>
            </a:r>
            <a:br/>
            <a:r>
              <a:t>│      ▼                    ▼              ▼           ▼         ▼     │</a:t>
            </a:r>
            <a:br/>
            <a:r>
              <a:t>│  /gateway/payment   sentinel.payment   sentinel.   sentinel.  APPROVE│</a:t>
            </a:r>
            <a:br/>
            <a:r>
              <a:t>│                    sentinel.trail     trail        decision  REVIEW  │</a:t>
            </a:r>
            <a:br/>
            <a:r>
              <a:t>│                                                          BLOCK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└─────────────────────────────────────────────────────────────────────┘</a:t>
            </a:r>
            <a:br/>
            <a:r>
              <a:t>                               │</a:t>
            </a:r>
            <a:br/>
            <a:r>
              <a:t>                               ▼</a:t>
            </a:r>
            <a:br/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BANKING / BLOCKCHAIN LAYER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Technology Stack — Why Each Tool?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FastAPI: 200K+ req/s async, auto OpenAPI docs (vs Flask 50K)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Kafka: Event-driven decoupling, replayable, 1M+ msgs/sec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PostgreSQL: ACID compliance, JSONB flexibility, pgvector extension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Neo4j: Native graph traversal for circular flow detection (SQL fails at 5+ hops)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Redis: Trail result caching (5-min TTL), rate limiting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Milvus: Hybrid vector+metadata search for fuzzy name matching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Prometheus+Grafana: Free self-hosted monitoring (vs Datadog $15+/host)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OmniRoute: 290 models via single API, auto fallback, free 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Step 1: Payment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Webhook arrives at POST /api/v1/gateway/payment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PaymentWebhookIngestor parses Stripe/Plaid/custom payloads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Normalizes to PaymentEvent: {payment_id, amount, currency, sender, receiver}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Publishes to Kafka topic: sentinel.payment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Webhook returns 'received' immediately — async processing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Kafka consumer picks up and processes in background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Step 2: Money Trail Analysis (Neo4j Graph)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Follows money 5 hops deep through transaction graph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Circular flow: A→B→C→A = money laundering pattern (+0.30 risk)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Structuring: 8×$1,200 txns in 24h = threshold avoidance (+0.20 risk)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Counterparty risk: receiver linked to fraud history (+0.15 each)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Layering: money passes through many accounts quickly (+0.25 risk)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Results cached in Redis (5-min TTL) to avoid repeated Neo4j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Step 3: AML Watchlist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ScreeningEngine checks sender &amp; receiver against OFAC, UN, EU lists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High-risk jurisdiction flags (Iran, North Korea, Syria)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Fuzzy name matching via Milvus: 'AHMAD' ≈ 'Ahmed' (spelling variants)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500K+ entity embeddings for fast similarity search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Results include: matched entities, risk score, flag 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Step 4: AI Agent Verification (4-Phase Pipeline)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1 GATHER: Collect trail, screening, fraud context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2 QUESTION: Generate targeted questions based on gaps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    → 'Verify source of funds — $15K from Iran'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    → 'Confirm entity identity — OFAC match on receiver'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3 VERIFY: Resolve via CRM APIs, knowledge base, entity resolution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4 DECIDE: 3 strategies — RuleBased (fast), Agentic (LLM), Hybrid (default)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Confidence Score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  <a:latin typeface="Courier"/>
              </a:defRPr>
            </a:pPr>
            <a:r>
              <a:t>Final Risk Score = (Trail × 0.35) + (Screen × 0.25) + (Verify_Risk × 0.15) + Policy_Flags</a:t>
            </a:r>
            <a:br/>
            <a:br/>
            <a:r>
              <a:t>Policy Flag Weights:</a:t>
            </a:r>
            <a:br/>
            <a:r>
              <a:t>    Circular flow detected              → +0.30</a:t>
            </a:r>
            <a:br/>
            <a:r>
              <a:t>    Structuring detected                → +0.20</a:t>
            </a:r>
            <a:br/>
            <a:r>
              <a:t>    Sanctions match                     → +0.40 (HARD OVERRIDE → BLOCK)</a:t>
            </a:r>
            <a:br/>
            <a:r>
              <a:t>    Each high-risk counterparty         → +0.15 (max +0.30)</a:t>
            </a:r>
            <a:br/>
            <a:r>
              <a:t>    Layering detected                   → +0.25</a:t>
            </a:r>
            <a:br/>
            <a:br/>
            <a:r>
              <a:t>Decision Thresholds:</a:t>
            </a:r>
            <a:br/>
            <a:r>
              <a:t>    Score ≥ 0.80  →  BLOCK  (automatic)</a:t>
            </a:r>
            <a:br/>
            <a:r>
              <a:t>    Score ≥ 0.50  →  REVIEW (human compliance officer)</a:t>
            </a:r>
            <a:br/>
            <a:r>
              <a:t>    Score &lt; 0.50  →  APPROVE (money flows through)</a:t>
            </a:r>
            <a:br/>
            <a:br/>
            <a:r>
              <a:t>Example: $15K Iran→Syria, circular flow, sanctions match</a:t>
            </a:r>
            <a:br/>
            <a:r>
              <a:t>    Trail: 0.7×0.35=0.245 | Screen: 0.6×0.25=0.150 | Verify: 0.4×0.15=0.060</a:t>
            </a:r>
            <a:br/>
            <a:r>
              <a:t>    Flags: 0.30(circular) + 0.40(sanctions) = 0.70</a:t>
            </a:r>
            <a:br/>
            <a:r>
              <a:t>    TOTAL: 1.155 → clamped to 1.0 → BLOCK with 95% confidence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Customer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DC"/>
                </a:solidFill>
                <a:latin typeface="Courier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Sentinel Dashboard                               │</a:t>
            </a:r>
            <a:br/>
            <a:r>
              <a:t>├──────────────────┬──────────────────────────────────────────────────┤</a:t>
            </a:r>
            <a:br/>
            <a:r>
              <a:t>│ 📊 Today         │ 🔴 Recent Alerts                                │</a:t>
            </a:r>
            <a:br/>
            <a:r>
              <a:t>│ Approved: 10,200 │  1. $15K → BLOCK (circular flow)                │</a:t>
            </a:r>
            <a:br/>
            <a:r>
              <a:t>│ Reviewed:  1,980 │  2. $8.5K → REVIEW (sanctions hit)              │</a:t>
            </a:r>
            <a:br/>
            <a:r>
              <a:t>│ Blocked:    270  │  3. $3.2K → REVIEW (structuring)                │</a:t>
            </a:r>
            <a:br/>
            <a:r>
              <a:t>│ ⏱ Avg: 340ms    │ 📈 This Month                                   │</a:t>
            </a:r>
            <a:br/>
            <a:r>
              <a:t>│ 🎯 Accuracy: 94%│  Fraud caught: 47 transactions                  │</a:t>
            </a:r>
            <a:br/>
            <a:r>
              <a:t>└──────────────────┴──────────────────────────────────────────────────┘</a:t>
            </a:r>
            <a:br/>
            <a:br/>
            <a:r>
              <a:t>Customer Workflow:</a:t>
            </a:r>
            <a:br/>
            <a:r>
              <a:t>  1. Connect Stripe/Plaid → auto-enables screening</a:t>
            </a:r>
            <a:br/>
            <a:r>
              <a:t>  2. Real-time dashboard shows metrics &amp; alerts</a:t>
            </a:r>
            <a:br/>
            <a:r>
              <a:t>  3. Compliance officer reviews REVIEW-flagged payments with evidence</a:t>
            </a:r>
            <a:br/>
            <a:r>
              <a:t>  4. Full audit trail for every decision (regulatory requirement)</a:t>
            </a:r>
            <a:br/>
            <a:r>
              <a:t>  5. Adjustable risk thresholds (be stricter or more lenient)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10 Docker services: PostgreSQL, Redis, Kafka, Neo4j, Milvus, Prometheus, Grafana...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18 API endpoints: 7 new real-time + 5 existing + 6 health/status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25 tests passing across gateway, decision, and verification modules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Processing latency target: &lt; 500ms per payment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True positive rate target: &gt; 90% | False positive rate: &lt; 15%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Kafka handles 1M+ msgs/sec with automatic consumer lag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Future Roadmap (Phases 6-10)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6: Real data — seed 100K+ transactions, 500K+ entity embeddings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7: Live CRM — real Stripe/Plaid APIs, webhook signature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8: ML training — XGBoost fraud model, LLM fine-tuning, drift detection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9: Mobile app — iOS/Android for compliance officers, push notifications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Phase 10: Multi-jurisdiction — RBI (India), EU AMLD 6th, FATF travel rule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Why This Project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$12B+ in AML fines annually — regulators are cracking down hard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311% fraud surge means old batch systems can't keep up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First open-source platform combining graph analysis + AI agents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Real-time decisions protect businesses while reducing compliance burden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Self-hostable — no vendor lock-in, full data control</a:t>
            </a:r>
          </a:p>
          <a:p>
            <a:pPr>
              <a:spcAft>
                <a:spcPts val="1000"/>
              </a:spcAft>
              <a:defRPr sz="1500">
                <a:solidFill>
                  <a:srgbClr val="C8C8DC"/>
                </a:solidFill>
              </a:defRPr>
            </a:pPr>
            <a:r>
              <a:t>▸ Practical application of graph DBs + LLMs for social impact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4C8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C"/>
                </a:solidFill>
              </a:defRPr>
            </a:pPr>
            <a:r>
              <a:t>GitHub: celestialgeeks/sentinel-fintech</a:t>
            </a:r>
            <a:br/>
            <a:r>
              <a:t>CSE-AIML | IPS Academy, Indore | RGPV University | 2026-27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